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 i="0">
                <a:solidFill>
                  <a:srgbClr val="FFFFFF"/>
                </a:solidFill>
                <a:latin typeface="Fredoka"/>
              </a:rPr>
              <a:t>Nahui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794760"/>
            <a:ext cx="8686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FFFFFF"/>
                </a:solidFill>
                <a:latin typeface="Inter"/>
              </a:rPr>
              <a:t>El registro de una venta, en menos de 3 segundos, sin perder al siguiente cliente.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12648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F3D9D1"/>
                </a:solidFill>
                <a:latin typeface="Inter"/>
              </a:rPr>
              <a:t>Claudia Falcón · Demo Day · TI-4041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73152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El registro le cuesta
la siguiente venta.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937760"/>
            <a:ext cx="700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C7C5C0"/>
                </a:solidFill>
                <a:latin typeface="Inter"/>
              </a:rPr>
              <a:t>Flujo de clientes impredecible. Un registro de más de unos segundos compite
directamente con atender a quien llega después, y siempre gana la siguiente venta.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4015" y="2203420"/>
            <a:ext cx="3474720" cy="24511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Así se ve
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Prototipo real, funcional, probado con una vendedora real.</a:t>
            </a:r>
          </a:p>
        </p:txBody>
      </p:sp>
      <p:pic>
        <p:nvPicPr>
          <p:cNvPr id="5" name="Picture 4" descr="slide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48640"/>
            <a:ext cx="436098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C13F26"/>
                </a:solidFill>
                <a:latin typeface="Fredoka"/>
              </a:rPr>
              <a:t>Menos de
3 segundos.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Un toque por producto. El total se arma solo, en el momento exacto de la venta.</a:t>
            </a:r>
          </a:p>
        </p:txBody>
      </p:sp>
      <p:pic>
        <p:nvPicPr>
          <p:cNvPr id="5" name="Picture 4" descr="slide-sel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548640"/>
            <a:ext cx="422006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39319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 i="0">
                <a:solidFill>
                  <a:srgbClr val="141413"/>
                </a:solidFill>
                <a:latin typeface="Fredoka"/>
              </a:rPr>
              <a:t>Y queda
guardada.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383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6B6B67"/>
                </a:solidFill>
                <a:latin typeface="Inter"/>
              </a:rPr>
              <a:t>Nunca más se pierde el registro de una venta, aunque llegue el siguiente cliente sin avisar.</a:t>
            </a:r>
          </a:p>
        </p:txBody>
      </p:sp>
      <p:pic>
        <p:nvPicPr>
          <p:cNvPr id="5" name="Picture 4" descr="slide-recei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48640"/>
            <a:ext cx="622944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3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583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visitantes reales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805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FFFFFF"/>
                </a:solidFill>
                <a:latin typeface="Fredoka"/>
              </a:rPr>
              <a:t>2 / 583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probaron el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914400"/>
            <a:ext cx="347472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0" b="1" i="0">
                <a:solidFill>
                  <a:srgbClr val="FFFFFF"/>
                </a:solidFill>
                <a:latin typeface="Fredoka"/>
              </a:rPr>
              <a:t>0.34%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2514600"/>
            <a:ext cx="3474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F3D9D1"/>
                </a:solidFill>
                <a:latin typeface="Inter"/>
              </a:rPr>
              <a:t>de conversión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FFFFFF"/>
                </a:solidFill>
                <a:latin typeface="Fredoka"/>
              </a:rPr>
              <a:t>El alcance funciona. La adopción real todavía no, y no lo descubrí el día 1, sino a mitad de campaña.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exo-1-ag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914400"/>
            <a:ext cx="11064240" cy="33820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0350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6B67"/>
                </a:solidFill>
                <a:latin typeface="Inter"/>
              </a:rPr>
              <a:t>Un equipo de agentes de IA, no una sola IA generalista. Cada uno con su propia autoridad.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exo-3-cic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097280"/>
            <a:ext cx="9601200" cy="22011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6B6B67"/>
                </a:solidFill>
                <a:latin typeface="Inter"/>
              </a:rPr>
              <a:t>Nada se da por cerrado sin comprobarlo contra el producto real.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lide-timeline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10972800" cy="5270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697480"/>
            <a:ext cx="9144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Fredoka"/>
              </a:rPr>
              <a:t>Gracias.</a:t>
            </a:r>
          </a:p>
        </p:txBody>
      </p:sp>
      <p:pic>
        <p:nvPicPr>
          <p:cNvPr id="4" name="Picture 3" descr="00-hook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53081" y="548640"/>
            <a:ext cx="2615654" cy="56692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