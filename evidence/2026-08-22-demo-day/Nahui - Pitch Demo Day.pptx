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3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 i="0">
                <a:solidFill>
                  <a:srgbClr val="FFFFFF"/>
                </a:solidFill>
                <a:latin typeface="Fredoka"/>
              </a:rPr>
              <a:t>Nahui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79476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FFFFFF"/>
                </a:solidFill>
                <a:latin typeface="Inter"/>
              </a:rPr>
              <a:t>El registro de una venta, en menos de 3 segundos, sin perder al siguiente cliente.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12648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3D9D1"/>
                </a:solidFill>
                <a:latin typeface="Inter"/>
              </a:rPr>
              <a:t>Claudia Falcón · Demo Day · TI-4041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FFFFFF"/>
                </a:solidFill>
                <a:latin typeface="Fredoka"/>
              </a:rPr>
              <a:t>El registro le cuesta
la siguiente venta.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480560"/>
            <a:ext cx="9601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C7C5C0"/>
                </a:solidFill>
                <a:latin typeface="Inter"/>
              </a:rPr>
              <a:t>Flujo de clientes impredecible. Un registro de más de unos segundos compite
directamente con atender a quien llega después, y siempre gana la siguiente venta.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9319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41413"/>
                </a:solidFill>
                <a:latin typeface="Fredoka"/>
              </a:rPr>
              <a:t>Así se ve
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38328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6B6B67"/>
                </a:solidFill>
                <a:latin typeface="Inter"/>
              </a:rPr>
              <a:t>Prototipo real, funcional, probado con una vendedora real.</a:t>
            </a:r>
          </a:p>
        </p:txBody>
      </p:sp>
      <p:pic>
        <p:nvPicPr>
          <p:cNvPr id="5" name="Picture 4" descr="slid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548640"/>
            <a:ext cx="436098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9319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C13F26"/>
                </a:solidFill>
                <a:latin typeface="Fredoka"/>
              </a:rPr>
              <a:t>Menos de
3 segundos.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38328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6B6B67"/>
                </a:solidFill>
                <a:latin typeface="Inter"/>
              </a:rPr>
              <a:t>Un toque por producto. El total se arma solo, en el momento exacto de la venta.</a:t>
            </a:r>
          </a:p>
        </p:txBody>
      </p:sp>
      <p:pic>
        <p:nvPicPr>
          <p:cNvPr id="5" name="Picture 4" descr="slide-sel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548640"/>
            <a:ext cx="422006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9319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41413"/>
                </a:solidFill>
                <a:latin typeface="Fredoka"/>
              </a:rPr>
              <a:t>Y queda
guardada.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38328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6B6B67"/>
                </a:solidFill>
                <a:latin typeface="Inter"/>
              </a:rPr>
              <a:t>Nunca más se pierde el registro de una venta, aunque llegue el siguiente cliente sin avisar.</a:t>
            </a:r>
          </a:p>
        </p:txBody>
      </p:sp>
      <p:pic>
        <p:nvPicPr>
          <p:cNvPr id="5" name="Picture 4" descr="slide-recei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48640"/>
            <a:ext cx="622944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3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3474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FFFFFF"/>
                </a:solidFill>
                <a:latin typeface="Fredoka"/>
              </a:rPr>
              <a:t>583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51460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3D9D1"/>
                </a:solidFill>
                <a:latin typeface="Inter"/>
              </a:rPr>
              <a:t>visitantes reales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914400"/>
            <a:ext cx="3474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FFFFF"/>
                </a:solidFill>
                <a:latin typeface="Fredoka"/>
              </a:rPr>
              <a:t>2 / 583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251460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3D9D1"/>
                </a:solidFill>
                <a:latin typeface="Inter"/>
              </a:rPr>
              <a:t>probaron el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914400"/>
            <a:ext cx="3474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FFFFFF"/>
                </a:solidFill>
                <a:latin typeface="Fredoka"/>
              </a:rPr>
              <a:t>0.34%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251460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3D9D1"/>
                </a:solidFill>
                <a:latin typeface="Inter"/>
              </a:rPr>
              <a:t>de conversión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93776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Fredoka"/>
              </a:rPr>
              <a:t>El alcance funciona. La adopción real todavía no, y no lo descubrí el día 1, sino a mitad de campaña.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nexo-1-ag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0"/>
            <a:ext cx="11064240" cy="33820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0350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6B6B67"/>
                </a:solidFill>
                <a:latin typeface="Inter"/>
              </a:rPr>
              <a:t>Un equipo de agentes de IA, no una sola IA generalista. Cada uno con su propia autoridad.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nexo-3-cic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97280"/>
            <a:ext cx="9601200" cy="22011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6B6B67"/>
                </a:solidFill>
                <a:latin typeface="Inter"/>
              </a:rPr>
              <a:t>Nada se da por cerrado sin comprobarlo contra el producto real.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-timeline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10972800" cy="52707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9144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FFFFFF"/>
                </a:solidFill>
                <a:latin typeface="Fredoka"/>
              </a:rPr>
              <a:t>Gracias.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65760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8836A"/>
                </a:solidFill>
                <a:latin typeface="Inter"/>
              </a:rPr>
              <a:t>Demo en vivo:  demo.nahui.app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2062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8836A"/>
                </a:solidFill>
                <a:latin typeface="Inter"/>
              </a:rPr>
              <a:t>Repositorio:  github.com/claudiafalcon/nahui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